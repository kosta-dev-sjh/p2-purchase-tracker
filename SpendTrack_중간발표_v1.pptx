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SPENDTRACK  ·  1차 중간 발표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쇼핑 주문내역 OCR 기반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소비관리 서비스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4864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결제내역이 아닌, 실제 구매 상품의 맥락까지 복원합니다.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발표일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2026.04.21  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구성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2인 프론트엔드 세미프로젝트  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Publisher v1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PROJECT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소개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SpendTrack는 어떤 서비스인가?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91440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10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정의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캡처 이미지를 OCR로 읽어 구매 상품을 복원하고, 소비 흐름을 기록·분석하는 프론트엔드 소비관리 웹앱.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089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포지션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 주문내역 OCR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 가계부형 소비관리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46120" y="292608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1089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사용자 가치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7472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 장벽 완화,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 맥락 복원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035040" y="2926080"/>
            <a:ext cx="26517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1089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성격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26364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2인 프론트엔드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세미프로젝트 MVP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WHY THIS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SpendTrack 인가?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결제내역만으로는 풀리지 않는 세 가지 문제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928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83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쿠팡 결제 139,000원. 그래서 무엇을 샀는지는 아무도 모른다.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6060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606040"/>
            <a:ext cx="26517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761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구매 맥락 부재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3429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카드·간편결제 내역에는 플랫폼명과 금액만 남고, 실제 어떤 상품을 샀는지 사라진다.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26060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2606040"/>
            <a:ext cx="26517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0" y="2761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747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기록 분산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74720" y="3429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쿠팡·네이버·무신사 등 쇼핑몰별 주문이 흩어져 통합 소비 흐름을 보기 어렵다.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35040" y="26060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5040" y="2606040"/>
            <a:ext cx="26517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63640" y="2761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636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수동 입력 부담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263640" y="3429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가계부는 직접 써야 지속이 어렵고, 카드 내역만으로는 맥락을 복원할 수 없다.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315968"/>
            <a:ext cx="822960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425696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32688" y="43434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SpendTrack는 이 공백을 OCR 기반 반자동 입력 + 사용자 보정 으로 메운다.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CORE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OCR과 CSV를 결합한 반자동 소비 기록 플로우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4708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9476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10512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주문 캡처 OCR 업로드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210312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주문내역 이미지를 업로드해 상품 정보를 1차 추출한다.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69164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84708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94767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810512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결과 편집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32120" y="210312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상품명·금액·주문일자를 사용자가 직접 보정해 정확도를 확보한다.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69748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285292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95351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2816352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카드 CSV 업로드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25880" y="310896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카드사에서 내려받은 CSV로 결제내역을 한 번에 벌크 반입한다.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269748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46320" y="285292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295351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2816352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CSV × OCR 결합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32120" y="310896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플랫폼·금액·날짜 기준으로 매칭 후보를 찾아 병합 여부를 사용자에게 맡긴다.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370332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0080" y="385876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95935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3822192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소비 분석 시각화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325880" y="411480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 KPI, 플랫폼·카테고리 분석, 반복구매·구독 카드를 제공한다.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663440" y="370332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846320" y="385876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395935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32120" y="3822192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소비 인사이트 메시지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532120" y="411480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기반 요약값을 AI가 1~2문장으로 문장화한다. (연동은 차기 단계)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 기술 스택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Publisher v1에서 실제로 돌아가는 것만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84632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810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현재 v1에서 실제 사용 중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148840" y="2286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5800" y="26151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148840" y="26151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85800" y="2944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148840" y="29443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8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85800" y="3273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148840" y="3273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DOM 7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85800" y="36027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148840" y="36027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styled-components 6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85800" y="3931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148840" y="3931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3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85800" y="42611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148840" y="42611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페이지별 mock + localStorage store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0" y="1691640"/>
            <a:ext cx="3200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989320" y="1810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차기 단계에 붙일 기술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5715000" y="2377440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943600" y="2286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715000" y="2743200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943600" y="2651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5715000" y="3108960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943600" y="3017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엔진 (Tesseract.js 등)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5715000" y="3474720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943600" y="3383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인사이트 API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5715000" y="3840480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943600" y="3749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/ 배포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CURRENT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현재 구현 범위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화면 10개 · 목업 데이터 · localStorage 기반 스토어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5564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17830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구현된 핵심 화면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691640"/>
            <a:ext cx="265176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75564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617720" y="17830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정규화 플랫폼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(쿠팡·네이버·무신사)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265176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75564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406640" y="17830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Publisher 확정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16459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352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/login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11810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48840" y="2880360"/>
            <a:ext cx="16459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29352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/register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0280" y="311810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2880360"/>
            <a:ext cx="16459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9352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0" y="311810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32120" y="2880360"/>
            <a:ext cx="16459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29352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/upload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23560" y="311810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23760" y="2880360"/>
            <a:ext cx="16459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29352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/ocr-upload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311810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Upload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429000"/>
            <a:ext cx="16459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48386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/manual-entry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6667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Entry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48840" y="3429000"/>
            <a:ext cx="16459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0280" y="348386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/ocr-edit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40280" y="36667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Edit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840480" y="3429000"/>
            <a:ext cx="16459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348386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/transactions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31920" y="36667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532120" y="3429000"/>
            <a:ext cx="16459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3560" y="348386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/analysis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23560" y="36667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23760" y="3429000"/>
            <a:ext cx="16459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348386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/settings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0" y="36667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Settings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 OCR 엔진, 인증, 원격 DB, AI API는 아직 연결 전 — UI·스토어 흐름까지 완성.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향후 확장 계획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구조 위에 실연동 레이어를 올리는 순서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36576" cy="2743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73736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64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인증 / 저장 구조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+ Firestore 연결, transactionsStore API 교체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8952" y="246888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4963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엔진 연결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Tesseract.js 또는 CLOVA 엔진 연동, 추출 정확도 실측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8952" y="320040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2278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인사이트 연동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Functions 경유 LLM 호출, 요약값 문장화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8952" y="393192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9593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배포 파이프라인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Actions, Docker 기반 AWS EC2 배포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20640" y="1691640"/>
            <a:ext cx="356616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1691640"/>
            <a:ext cx="35661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확장의 전제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v1은 "나중에 붙일 것을 붙이기 쉬운 구조"로 설계됐다.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394960" y="320040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스토어 공개 API는 단순하게 유지 — 저장소 교체 시 UI 변경 없음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94960" y="361188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편집 화면은 실 엔진 결과를 그대로 붙이면 동작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94960" y="402336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반입과 실 API 반입은 병존 가능한 구조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WHAT MAKES US DIFFERENT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차별점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카드내역·가계부 앱으로는 재현할 수 없는 맥락 복원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결제내역이 아니라, 실제 '무엇을 샀는가' 를 기록한다.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40233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97480"/>
            <a:ext cx="40233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기존 카드·가계부 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328416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46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플랫폼명 + 금액만 기록됨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666744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844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입력 부담으로 지속 어려움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400507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227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환불·반품·정기결제 추적 어려움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34340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611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쇼핑몰별 주문내역이 분산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697480"/>
            <a:ext cx="40233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SpendTrack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3328416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246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OCR로 실제 구매 상품까지 복원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366674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5844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초안 + 보정으로 입력 부담 완화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400507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9227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태그(구매·환불·구독 등) 기본 제공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434340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42611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× OCR 결합으로 통합 흐름 유지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SPENDTRACK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지금은 퍼블리셔 v1, 다음은 실 연동.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54864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질문과 피드백을 환영합니다.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  Q&amp;A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SpendTrack 1차 중간 발표</dc:title>
  <dc:subject>PptxGenJS Presentation</dc:subject>
  <dc:creator>SpendTrack Team</dc:creator>
  <cp:lastModifiedBy>SpendTrack Team</cp:lastModifiedBy>
  <cp:revision>1</cp:revision>
  <dcterms:created xsi:type="dcterms:W3CDTF">2026-04-21T02:08:34Z</dcterms:created>
  <dcterms:modified xsi:type="dcterms:W3CDTF">2026-04-21T02:08:34Z</dcterms:modified>
</cp:coreProperties>
</file>